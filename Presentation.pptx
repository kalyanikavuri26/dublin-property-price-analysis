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27E95-ED2F-4FFE-BCC9-E63EA4BC4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C9601-5237-33C0-746F-15D6940B8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AB1E3-7E40-A083-6DD3-1CDC4953A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DBFB-ED17-4950-BEF2-7256001BD54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10788-4812-A6AA-3B04-EC3778687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DC67D-D49C-2AF4-D420-AE714093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9462-57D6-4F00-A7FC-E382C65C1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53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0C71B-C6ED-5B06-9DC6-5EB3F0486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3A502-2356-8E86-EBD0-64ABA52B6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91AB4-FEB7-9346-2D12-BBDE9F1C9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DBFB-ED17-4950-BEF2-7256001BD54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F73CC-4FCE-5F0D-1505-DD9C8D497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76101-0699-250D-05B0-CC1CA3135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9462-57D6-4F00-A7FC-E382C65C1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4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83C08-8506-6113-EA49-AC7F3A5A7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43704-409B-4314-C275-3D8FBD84E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6B49E-7B00-0BB9-346A-B4095EBD5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DBFB-ED17-4950-BEF2-7256001BD54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09C7A-8D0A-AE1D-6870-FB6968E5A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E3D9A-575A-026E-B861-C71C775F4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9462-57D6-4F00-A7FC-E382C65C1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77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A219C-ED02-5DD1-E2F0-23071934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16FAC-E65D-41BA-58FC-541F9FD6E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A0B41-FD6E-1F3D-A283-DEF37CB90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F766F-9606-E45A-2777-0993DDE76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DBFB-ED17-4950-BEF2-7256001BD54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6FE4E-B53E-8C2F-E9BC-F44603747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75BE8-5405-4B64-0363-96F0C9E1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9462-57D6-4F00-A7FC-E382C65C1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24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A8AA-C291-4CF7-F896-FB3CF7D9A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55295-B0B9-FCEF-6C28-C3863A641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1B6C9-BE97-826A-7889-D2789D942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56B966-0C10-C3B3-C97F-94F218DEB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824BA-C212-8460-500E-D3AF2A17F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815D15-7D21-3D80-E4D0-473727C7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DBFB-ED17-4950-BEF2-7256001BD54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6C27E5-00CC-F18B-476C-B544D4F6A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69B79-8EC1-F972-3911-272A83B29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9462-57D6-4F00-A7FC-E382C65C1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256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EA30C-378D-92EB-C26E-867330E5F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651372-133F-CF1A-253C-DE9444B16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DBFB-ED17-4950-BEF2-7256001BD54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F4528-577B-48D3-1C45-553F016D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77656-A08F-F038-A10B-B826CEEC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9462-57D6-4F00-A7FC-E382C65C1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85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B9749-8705-8214-C8C8-D11AC2FD6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DBFB-ED17-4950-BEF2-7256001BD54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AE1DEA-519A-11E0-5632-8EC0BC29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083A0-F807-E7B3-DE67-5CE38691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9462-57D6-4F00-A7FC-E382C65C1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51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CDD8-029F-1A1E-50FD-98CCF713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2209E-D1AF-6F66-1735-851A9C8F4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CB484D-ACF0-C5B4-360B-345C04E00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AE776-8AF4-9A28-30D1-687900881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DBFB-ED17-4950-BEF2-7256001BD54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416D1-CB23-A102-8153-6C3776C96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ECD3D-7630-2BEB-F9CE-D3612B743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9462-57D6-4F00-A7FC-E382C65C1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787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81BDD-6A17-02A8-C5AD-FFEBE5424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8C7092-4CE3-6743-B665-6B969311C8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6E625-70EA-AC8F-3357-37252A909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F80AD-44AA-E907-AE22-25C6C615C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DBFB-ED17-4950-BEF2-7256001BD54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E6120-8663-1737-D8B8-2CB5CF84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F6BAE-D935-9B76-5586-8416B98B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9462-57D6-4F00-A7FC-E382C65C1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78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F422B-55BC-BF21-1878-FA44538C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6B609-07F7-59D5-0F5F-F5A69A3D7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A35F5-F8F4-2124-59FD-AFD03D46A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DBFB-ED17-4950-BEF2-7256001BD54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9D2DC-1BF1-72E6-59C7-8112AD198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547D0-5AD1-E92F-19E7-6331A90C5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9462-57D6-4F00-A7FC-E382C65C1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18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F9F61-2323-C14F-E8CC-69EAC150F1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329BE-B7AF-06A0-70F4-ABAA3C1C9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4FBFC-32A8-354D-2D88-9B853DF2C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BDBFB-ED17-4950-BEF2-7256001BD54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E7422-6786-7613-7660-FD6DE222F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D21DB-C98F-DACE-08C5-81C29B4C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19462-57D6-4F00-A7FC-E382C65C1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6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186124-4714-D62E-AD24-75ED07D29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5995B-20AB-6827-A659-F55D9ACE3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36B20-B5E5-F19B-F566-9E3F75A299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BDBFB-ED17-4950-BEF2-7256001BD54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A8D88-ED43-3605-CAAD-5A9C65A9FC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A4D6B-6832-05CC-270E-EBF781DBD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19462-57D6-4F00-A7FC-E382C65C1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6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4D09A7-55AB-9CC4-40DA-D96AC822D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832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47C494-E513-BE9F-3B3E-D3B7CD49B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28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318F8D-D1D1-97AF-9B87-60509DE8B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10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58DC3A-4FC1-2AE9-96B1-E60CF4E0E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87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1A22E4-2658-02D9-5AB3-0E00FE43F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44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8EFDA8-6903-8E39-7A0E-C4B7314A4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80"/>
            <a:ext cx="12192000" cy="685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66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7B467C-A0AB-3779-D6C9-2544E0878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9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162135-654E-F326-D2E1-1616D8AA0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852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ABFA47-1387-A652-C9BC-B2D2733B2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21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B4FD4F-ED48-37E1-13C0-A83D784B7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823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F2DD46-8CBA-C4B2-F35D-74CE7E201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532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30E13B-1058-FAEF-7B94-769BD0841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33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81E05B-756C-F47A-7E4B-6E0AC9E0E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955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448D74-6099-2D42-842B-C28BEEA44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35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2BD600-FD89-0AC3-B52E-E7966FE85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28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B461FF-A8B3-3889-33D0-EAC8B7850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46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C28AC4-85C8-CFFB-44B9-04085579A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6114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932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3BB4F8-D273-8AC9-1E26-2F052C325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91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606361-CDD7-C92B-0059-B6737BA1B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462"/>
            <a:ext cx="12192000" cy="638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20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4E0FDB-C3E0-C348-353D-4A4FA1FDD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335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1537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kavuri kalyani</dc:creator>
  <cp:lastModifiedBy>kavuri kalyani</cp:lastModifiedBy>
  <cp:revision>2</cp:revision>
  <dcterms:created xsi:type="dcterms:W3CDTF">2026-01-06T14:31:39Z</dcterms:created>
  <dcterms:modified xsi:type="dcterms:W3CDTF">2026-01-10T15:57:20Z</dcterms:modified>
</cp:coreProperties>
</file>